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146847058" r:id="rId11"/>
    <p:sldId id="268" r:id="rId12"/>
    <p:sldId id="2146847055" r:id="rId13"/>
    <p:sldId id="267" r:id="rId14"/>
    <p:sldId id="269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1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10/14/2025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10/14/2025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10/14/2025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timali12/Ai-travel-planner-for-students.g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timali12/Ai-travel-planner-for-student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Travel planner for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 : Swati S Mali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- International School of Management Excellence-Bangalore MCA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GitHub and deployment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5EFD5-67FD-0471-2D5B-DB48161AD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sign and build an AI-driven Travel Planner for student that:</a:t>
            </a:r>
          </a:p>
          <a:p>
            <a:r>
              <a:rPr lang="en-US" sz="2800" dirty="0"/>
              <a:t>Creates travel plans tailored to user preferences.</a:t>
            </a:r>
            <a:endParaRPr lang="en-US" sz="2800" b="1" dirty="0"/>
          </a:p>
          <a:p>
            <a:r>
              <a:rPr lang="en-US" sz="2800" dirty="0"/>
              <a:t>Recommends destinations and generates customized itineraries.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/>
              <a:t>Suggests transportation and lodging options.</a:t>
            </a:r>
          </a:p>
          <a:p>
            <a:r>
              <a:rPr lang="en-US" sz="2800" dirty="0"/>
              <a:t>Integrates real-time data such as weather, maps, and local events.</a:t>
            </a:r>
          </a:p>
          <a:p>
            <a:r>
              <a:rPr lang="en-US" sz="2800" dirty="0"/>
              <a:t>Handles bookings and provides timely alerts.</a:t>
            </a:r>
            <a:endParaRPr lang="en-US" sz="2800" dirty="0">
              <a:solidFill>
                <a:srgbClr val="40404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/>
              <a:t>Dynamically adjusts schedules for optimal planning.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DEVELOPMENT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926667E-1934-225A-D838-F85DD7A53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497407"/>
              </p:ext>
            </p:extLst>
          </p:nvPr>
        </p:nvGraphicFramePr>
        <p:xfrm>
          <a:off x="590843" y="2358390"/>
          <a:ext cx="11020132" cy="2286000"/>
        </p:xfrm>
        <a:graphic>
          <a:graphicData uri="http://schemas.openxmlformats.org/drawingml/2006/table">
            <a:tbl>
              <a:tblPr/>
              <a:tblGrid>
                <a:gridCol w="5505157">
                  <a:extLst>
                    <a:ext uri="{9D8B030D-6E8A-4147-A177-3AD203B41FA5}">
                      <a16:colId xmlns:a16="http://schemas.microsoft.com/office/drawing/2014/main" val="3651885456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162863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 for user interaction (chat UI, input/output display)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503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logic to handle chat flow, model inference, and session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16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Engine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-based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82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Handling</a:t>
                      </a:r>
                      <a:endParaRPr lang="en-IN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Optional logging, feedback collection, and prompt templates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733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13D4AF-BC64-937B-E983-E2F50E4F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725" y="1182600"/>
            <a:ext cx="10831875" cy="567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1. Privacy &amp; Security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conversations must be confidential and not stored without consent.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personally identifiable information (PII) should be collected or exposed.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Secure communication using HTTPS.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 Availability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chatbot should be accessible 24/7 to support users during emotional distress.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Minimal downtime during updates or maintenance.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3. Performance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Response time should be under 2 seconds for typical queries.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Efficient memory usage to support low-resource devices (especially if using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locally).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4. Usability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Clean, intuitive interface with empathetic tone and easy navigation.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Mobile-responsive design for accessibility on phones and tablets.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of icons and emotional cues to guide user interaction.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5. Scalability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Should support increasing user load without degradation in performance.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Modular architecture to allow future integration (e.g., journaling, voice input, multilingual support).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702058-B1C7-4FD3-A834-286E14CA20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025" y="1426100"/>
            <a:ext cx="11029950" cy="4424899"/>
          </a:xfr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4DB2-A2B9-48A6-9949-68823EE9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E91FD-7F20-405A-9EB6-7B283BB2A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" y="1321904"/>
            <a:ext cx="11029616" cy="491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4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71730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B77D-9106-AD05-1664-25E5E9AB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Travel Planner Agent simplifies the complexities involved in trip planning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05435" indent="-305435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Utilizing IBM Cloud AI services, it provides real-time, personalized, and adaptive travel solutions, enabling users to experience a seamlessly organized journey.</a:t>
            </a:r>
          </a:p>
          <a:p>
            <a:pPr marL="305435" indent="-305435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This demonstrates a practical use of AI in addressing real-world logistical challenges while maintaining a user-friendly and efficient experience.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728CC6-E691-4184-BA44-169BD097C660}"/>
              </a:ext>
            </a:extLst>
          </p:cNvPr>
          <p:cNvSpPr/>
          <p:nvPr/>
        </p:nvSpPr>
        <p:spPr>
          <a:xfrm>
            <a:off x="928468" y="1720840"/>
            <a:ext cx="821553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AI-based fare prediction to book trips at the cheapest time.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Integration with student discounts, passes, and loyalty programs.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Voice-enabled trip planning and multilingual support.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Group trip coordination with shared itineraries and cost-splitting.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Eco-friendly travel suggestions with carbon footprint tracking.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AR/VR previews of destinations for better decision-making.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Offline mode for itinerary access without internet.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/>
                <a:cs typeface="Arial"/>
              </a:rPr>
              <a:t>GITHUB AND DEPLOYMENT LINK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coding files GITHUB  </a:t>
            </a:r>
          </a:p>
          <a:p>
            <a:pPr marL="0" indent="0">
              <a:buNone/>
            </a:pPr>
            <a:r>
              <a:rPr lang="en-US" sz="2800" b="1" dirty="0">
                <a:ea typeface="+mn-lt"/>
                <a:cs typeface="+mn-lt"/>
                <a:hlinkClick r:id="rId2"/>
              </a:rPr>
              <a:t>https://github.com/swatimali12/Ai-travel-planner-for-students.git</a:t>
            </a:r>
            <a:endParaRPr lang="en-US" sz="2800" b="1" dirty="0">
              <a:ea typeface="+mn-lt"/>
              <a:cs typeface="+mn-lt"/>
            </a:endParaRP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 GITHUB/SOME OTHER PLATFORM</a:t>
            </a:r>
          </a:p>
          <a:p>
            <a:pPr marL="0" indent="0">
              <a:buNone/>
            </a:pPr>
            <a:r>
              <a:rPr lang="en-US" sz="2800" b="1" dirty="0">
                <a:ea typeface="+mn-lt"/>
                <a:cs typeface="+mn-lt"/>
                <a:hlinkClick r:id="rId2"/>
              </a:rPr>
              <a:t>https://github.com/swatimali12/Ai-travel-planner-for-students.git</a:t>
            </a:r>
            <a:endParaRPr lang="en-US" sz="2800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8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List and cite relevant sources, research papers, and articles that were instrumental in developing the proposed solution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 </a:t>
            </a:r>
          </a:p>
          <a:p>
            <a:pPr marL="305435" indent="-305435"/>
            <a:r>
              <a:rPr lang="en-US" sz="2400" b="1" dirty="0">
                <a:ea typeface="+mn-lt"/>
                <a:cs typeface="+mn-lt"/>
                <a:hlinkClick r:id="rId2"/>
              </a:rPr>
              <a:t>https://github.com/swatimali12/Ai-travel-planner-for-students.git</a:t>
            </a:r>
            <a:endParaRPr lang="en-US" sz="2400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c0fa2617-96bd-425d-8578-e93563fe37c5"/>
    <ds:schemaRef ds:uri="http://schemas.openxmlformats.org/package/2006/metadata/core-properties"/>
    <ds:schemaRef ds:uri="http://schemas.microsoft.com/office/infopath/2007/PartnerControls"/>
    <ds:schemaRef ds:uri="9162bd5b-4ed9-4da3-b376-05204580ba3f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1711</TotalTime>
  <Words>513</Words>
  <Application>Microsoft Office PowerPoint</Application>
  <PresentationFormat>Widescreen</PresentationFormat>
  <Paragraphs>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Ai Travel planner for student</vt:lpstr>
      <vt:lpstr>OUTLINE</vt:lpstr>
      <vt:lpstr>Problem Statement</vt:lpstr>
      <vt:lpstr>System  DEVELOPMENT Approach</vt:lpstr>
      <vt:lpstr>Algorithm &amp; Deployment</vt:lpstr>
      <vt:lpstr>Result</vt:lpstr>
      <vt:lpstr>Result</vt:lpstr>
      <vt:lpstr>Conclusion</vt:lpstr>
      <vt:lpstr>PowerPoint Presentation</vt:lpstr>
      <vt:lpstr>GITHUB AND DEPLOYMENT LINK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Admin</cp:lastModifiedBy>
  <cp:revision>67</cp:revision>
  <dcterms:created xsi:type="dcterms:W3CDTF">2021-05-26T16:50:10Z</dcterms:created>
  <dcterms:modified xsi:type="dcterms:W3CDTF">2025-10-14T14:35:53Z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